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D9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LABORATORIO #1  •  POO + AUTOMATIZACIÓN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732520" y="65562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SOLUCIONES DE NEGOCIO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2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2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DE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LABORATORIO INTEGRADOR  •  #1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1353312"/>
            <a:ext cx="749808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Central de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facturación con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días hábiles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86384" y="3840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 en JavaScript  +  automatización en n8n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732520" y="1371600"/>
            <a:ext cx="2514600" cy="3291840"/>
          </a:xfrm>
          <a:prstGeom prst="roundRect">
            <a:avLst>
              <a:gd name="adj" fmla="val 6545"/>
            </a:avLst>
          </a:prstGeom>
          <a:solidFill>
            <a:srgbClr val="243B61"/>
          </a:solidFill>
          <a:ln w="13970">
            <a:solidFill>
              <a:srgbClr val="3C57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06840" y="1691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ED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006840" y="205740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Server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Facturas pendientes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06840" y="2962656"/>
            <a:ext cx="1920240" cy="0"/>
          </a:xfrm>
          <a:prstGeom prst="line">
            <a:avLst/>
          </a:prstGeom>
          <a:noFill/>
          <a:ln w="12700">
            <a:solidFill>
              <a:srgbClr val="5570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06840" y="31821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ED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EXTERNA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006840" y="3547872"/>
            <a:ext cx="1965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Nager.Date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Feriados de Costa Rica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" y="5971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Estudiante: __________________________     •     19/10/2026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PROBLEMA DE NEGOCIO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C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Evitar vencimientos calculados incorrectamente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automatiza una tarea repetitiva y protege los datos ante entradas incompletas o fallos externos.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78308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9050" dist="50800" dir="2700000">
              <a:srgbClr val="0A1F3D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783080"/>
            <a:ext cx="64008" cy="1417320"/>
          </a:xfrm>
          <a:prstGeom prst="rect">
            <a:avLst/>
          </a:prstGeom>
          <a:solidFill>
            <a:srgbClr val="B04646"/>
          </a:solidFill>
          <a:ln w="12700">
            <a:solidFill>
              <a:srgbClr val="B046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2938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258568"/>
            <a:ext cx="3127248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plazos se expresan en días hábiles; fines de semana y feriados pueden mover el vencimiento.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9050" dist="50800" dir="2700000">
              <a:srgbClr val="0A1F3D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783080"/>
            <a:ext cx="64008" cy="1417320"/>
          </a:xfrm>
          <a:prstGeom prst="rect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92938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258568"/>
            <a:ext cx="3127248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feriados reales, calcular la fecha con JavaScript y actualizar solo los registros que lo necesiten.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65008" y="178308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9050" dist="50800" dir="2700000">
              <a:srgbClr val="0A1F3D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65008" y="1783080"/>
            <a:ext cx="64008" cy="1417320"/>
          </a:xfrm>
          <a:prstGeom prst="rect">
            <a:avLst/>
          </a:prstGeom>
          <a:solidFill>
            <a:srgbClr val="248263"/>
          </a:solidFill>
          <a:ln w="12700">
            <a:solidFill>
              <a:srgbClr val="2482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92938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47888" y="2258568"/>
            <a:ext cx="3127248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Facturas actualizadas en JSON Server y errores visibles en la ejecución de n8n.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PRINCIPALES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" y="4005072"/>
            <a:ext cx="208483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72" y="4526280"/>
            <a:ext cx="17739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Contar desde el día siguiente a la emisión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62656" y="4005072"/>
            <a:ext cx="208483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108960" y="4526280"/>
            <a:ext cx="17739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Excluir sábados, domingos y feriados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66944" y="4005072"/>
            <a:ext cx="208483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3248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13248" y="4526280"/>
            <a:ext cx="17739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Marcar vencida solo después del vencimiento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71232" y="4005072"/>
            <a:ext cx="208483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17536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17536" y="4526280"/>
            <a:ext cx="17739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ID, fecha, plazo y monto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875520" y="4005072"/>
            <a:ext cx="2084832" cy="1280160"/>
          </a:xfrm>
          <a:prstGeom prst="roundRect">
            <a:avLst>
              <a:gd name="adj" fmla="val 7143"/>
            </a:avLst>
          </a:prstGeom>
          <a:solidFill>
            <a:srgbClr val="FFF6E1"/>
          </a:solidFill>
          <a:ln w="12700">
            <a:solidFill>
              <a:srgbClr val="F0D8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21824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46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21824" y="4526280"/>
            <a:ext cx="17739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 fallos de API, no escribir cambios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" y="570585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5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fecha actual se interpreta con la zona horaria America/Costa_Rica.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2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WORKFLOW N8N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C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fuente de datos al cambio verificable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tipos de fuente, validación central y una bifurcación antes de modificar la factura.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874520"/>
            <a:ext cx="1874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22860">
            <a:solidFill>
              <a:srgbClr val="00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391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50008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/ diario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62072" y="1874520"/>
            <a:ext cx="1874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22860">
            <a:solidFill>
              <a:srgbClr val="007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3512" y="20391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Server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71800" y="2350008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/facturas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02352" y="1874520"/>
            <a:ext cx="1874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22860">
            <a:solidFill>
              <a:srgbClr val="00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20391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Nager.Date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2350008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Feriados CR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año actual + siguiente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42632" y="1874520"/>
            <a:ext cx="1874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22860">
            <a:solidFill>
              <a:srgbClr val="1A2C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34072" y="20391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52360" y="2350008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+ cálculo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582912" y="1874520"/>
            <a:ext cx="1874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22860">
            <a:solidFill>
              <a:srgbClr val="ECAE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74352" y="20391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A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92640" y="2350008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¿Acción = actualizar?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96312" y="2414016"/>
            <a:ext cx="292608" cy="0"/>
          </a:xfrm>
          <a:prstGeom prst="line">
            <a:avLst/>
          </a:prstGeom>
          <a:noFill/>
          <a:ln w="19050">
            <a:solidFill>
              <a:srgbClr val="65728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36592" y="2414016"/>
            <a:ext cx="292608" cy="0"/>
          </a:xfrm>
          <a:prstGeom prst="line">
            <a:avLst/>
          </a:prstGeom>
          <a:noFill/>
          <a:ln w="19050">
            <a:solidFill>
              <a:srgbClr val="65728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76872" y="2414016"/>
            <a:ext cx="292608" cy="0"/>
          </a:xfrm>
          <a:prstGeom prst="line">
            <a:avLst/>
          </a:prstGeom>
          <a:noFill/>
          <a:ln w="19050">
            <a:solidFill>
              <a:srgbClr val="65728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17152" y="2414016"/>
            <a:ext cx="292608" cy="0"/>
          </a:xfrm>
          <a:prstGeom prst="line">
            <a:avLst/>
          </a:prstGeom>
          <a:noFill/>
          <a:ln w="19050">
            <a:solidFill>
              <a:srgbClr val="ECAE39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9098280" y="30723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82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966960" y="2953512"/>
            <a:ext cx="-1508760" cy="749808"/>
          </a:xfrm>
          <a:prstGeom prst="line">
            <a:avLst/>
          </a:prstGeom>
          <a:noFill/>
          <a:ln w="19050">
            <a:solidFill>
              <a:srgbClr val="24826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14032" y="370332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EDF7F2"/>
          </a:solidFill>
          <a:ln w="12700">
            <a:solidFill>
              <a:srgbClr val="B9DD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51192" y="39410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82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en JSON Server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789920" y="30723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46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/ ERROR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018520" y="2953512"/>
            <a:ext cx="-246888" cy="749808"/>
          </a:xfrm>
          <a:prstGeom prst="line">
            <a:avLst/>
          </a:prstGeom>
          <a:noFill/>
          <a:ln w="19050">
            <a:solidFill>
              <a:srgbClr val="B0464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38360" y="3703320"/>
            <a:ext cx="2148840" cy="868680"/>
          </a:xfrm>
          <a:prstGeom prst="roundRect">
            <a:avLst>
              <a:gd name="adj" fmla="val 10526"/>
            </a:avLst>
          </a:prstGeom>
          <a:solidFill>
            <a:srgbClr val="FCF0EE"/>
          </a:solidFill>
          <a:ln w="12700">
            <a:solidFill>
              <a:srgbClr val="EDCB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3913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46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Incidencia / sin cambios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3703320"/>
            <a:ext cx="384048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9050" dist="50800" dir="2700000">
              <a:srgbClr val="0A1F3D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" y="3703320"/>
            <a:ext cx="64008" cy="1060704"/>
          </a:xfrm>
          <a:prstGeom prst="rect">
            <a:avLst/>
          </a:prstGeom>
          <a:solidFill>
            <a:srgbClr val="B04646"/>
          </a:solidFill>
          <a:ln w="12700">
            <a:solidFill>
              <a:srgbClr val="B046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384962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2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Manejo seguro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2960" y="4178808"/>
            <a:ext cx="349300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inválida o datos incompletos → salida de error; no se ejecuta PATCH.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67512" y="51389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workflow se importa desde un archivo JSON y se puede ejecutar manualmente antes de activar la programación diaria.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2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DISEÑO POO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C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clases contienen las reglas; n8n coordina el proceso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 puro, responsabilidades separadas y pruebas independientes del workflow.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9050" dist="50800" dir="2700000">
              <a:srgbClr val="0A1F3D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64008" cy="1874520"/>
          </a:xfrm>
          <a:prstGeom prst="rect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751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CalendarioLaboral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04288"/>
            <a:ext cx="3127248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esDiaHabil(fecha)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sumarDiasHabiles(fecha, cantidad)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Excluye fines de semana y feriados.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82880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9050" dist="50800" dir="2700000">
              <a:srgbClr val="0A1F3D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1828800"/>
            <a:ext cx="64008" cy="1874520"/>
          </a:xfrm>
          <a:prstGeom prst="rect">
            <a:avLst/>
          </a:prstGeom>
          <a:solidFill>
            <a:srgbClr val="1A2C4D"/>
          </a:solidFill>
          <a:ln w="12700">
            <a:solidFill>
              <a:srgbClr val="1A2C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19751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35424" y="2304288"/>
            <a:ext cx="3127248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calcularFechaVencimiento()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evaluar() → pendiente, vencida o error.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65008" y="182880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9050" dist="50800" dir="2700000">
              <a:srgbClr val="0A1F3D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65008" y="1828800"/>
            <a:ext cx="64008" cy="1874520"/>
          </a:xfrm>
          <a:prstGeom prst="rect">
            <a:avLst/>
          </a:prstGeom>
          <a:solidFill>
            <a:srgbClr val="248263"/>
          </a:solidFill>
          <a:ln w="12700">
            <a:solidFill>
              <a:srgbClr val="2482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9751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CuentaPorCobrar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47888" y="2304288"/>
            <a:ext cx="3127248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evaluarPendientes()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Recorre la cartera.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Captura error por registro sin frenar los demás.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" y="4133088"/>
            <a:ext cx="10835640" cy="1097280"/>
          </a:xfrm>
          <a:prstGeom prst="roundRect">
            <a:avLst>
              <a:gd name="adj" fmla="val 10000"/>
            </a:avLst>
          </a:prstGeom>
          <a:solidFill>
            <a:srgbClr val="EAF0F8"/>
          </a:solidFill>
          <a:ln w="12700">
            <a:solidFill>
              <a:srgbClr val="CB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52544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0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REGLA DE NEGOCIO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645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Clases POO  →  node main.js / npm test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4663440"/>
            <a:ext cx="795528" cy="0"/>
          </a:xfrm>
          <a:prstGeom prst="line">
            <a:avLst/>
          </a:prstGeom>
          <a:noFill/>
          <a:ln w="20320">
            <a:solidFill>
              <a:srgbClr val="007A8C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897880" y="45902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autocontenido en el workflow exportado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56235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incluidas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48840" y="5541264"/>
            <a:ext cx="2148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21992" y="5660136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pruebas POO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0" y="5541264"/>
            <a:ext cx="2148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5660136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node con datos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29400" y="5541264"/>
            <a:ext cx="2148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2552" y="5660136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de API simulado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869680" y="5541264"/>
            <a:ext cx="2148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42832" y="5660136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Server caído simulado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2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VALIDACIÓN EN VIVO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C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prueba termina con un cambio real o una incidencia visible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recomendada para exponer la solución y demostrar al menos un caso de error.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856232"/>
            <a:ext cx="457200" cy="457200"/>
          </a:xfrm>
          <a:prstGeom prst="ellipse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56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810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POO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main.js  ·  npm test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2697480"/>
            <a:ext cx="457200" cy="457200"/>
          </a:xfrm>
          <a:prstGeom prst="ellipse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7980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6517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Levantar fuente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9718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run api  →  localhost:3000/facturas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3538728"/>
            <a:ext cx="457200" cy="457200"/>
          </a:xfrm>
          <a:prstGeom prst="ellipse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639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4930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 n8n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8130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Importar JSON y pulsar Execute Workflow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4379976"/>
            <a:ext cx="457200" cy="457200"/>
          </a:xfrm>
          <a:prstGeom prst="ellipse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480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334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resultado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465429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respuesta PATCH y volver a consultar JSON Server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09560" y="1828800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FCF0EE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9050" dist="50800" dir="2700000">
              <a:srgbClr val="0A1F3D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09560" y="1828800"/>
            <a:ext cx="64008" cy="1325880"/>
          </a:xfrm>
          <a:prstGeom prst="rect">
            <a:avLst/>
          </a:prstGeom>
          <a:solidFill>
            <a:srgbClr val="B04646"/>
          </a:solidFill>
          <a:ln w="12700">
            <a:solidFill>
              <a:srgbClr val="B046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19751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1 · dato incompleto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92440" y="2304288"/>
            <a:ext cx="3127248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F-2026-004 tiene diasHabiles = 0 → ERROR_DATOS; no se ejecuta PATCH.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09560" y="3364992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FFF6E1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9050" dist="50800" dir="2700000">
              <a:srgbClr val="0A1F3D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909560" y="3364992"/>
            <a:ext cx="64008" cy="1325880"/>
          </a:xfrm>
          <a:prstGeom prst="rect">
            <a:avLst/>
          </a:prstGeom>
          <a:solidFill>
            <a:srgbClr val="ECAE39"/>
          </a:solidFill>
          <a:ln w="12700">
            <a:solidFill>
              <a:srgbClr val="ECAE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3511296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2 · API caída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92440" y="3840480"/>
            <a:ext cx="3127248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7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temporalmente la URL de feriados → ERROR_API_FERIADOS; restaurarla al terminar.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486400"/>
            <a:ext cx="10652760" cy="548640"/>
          </a:xfrm>
          <a:prstGeom prst="roundRect">
            <a:avLst>
              <a:gd name="adj" fmla="val 16667"/>
            </a:avLst>
          </a:prstGeom>
          <a:solidFill>
            <a:srgbClr val="1A2C4D"/>
          </a:solidFill>
          <a:ln w="12700">
            <a:solidFill>
              <a:srgbClr val="1A2C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64184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Conclusión: POO hace comprobable la lógica; n8n conecta las fuentes y ejecuta el proceso con controles de seguridad.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2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Laboratorio académico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 #1 - POO + n8n</dc:title>
  <dc:subject>Solución de negocio: central de facturación con días hábiles</dc:subject>
  <dc:creator>Laboratorio POO + n8n</dc:creator>
  <cp:lastModifiedBy>Laboratorio POO + n8n</cp:lastModifiedBy>
  <cp:revision>1</cp:revision>
  <dcterms:created xsi:type="dcterms:W3CDTF">2026-10-19T21:40:35Z</dcterms:created>
  <dcterms:modified xsi:type="dcterms:W3CDTF">2026-10-19T21:40:35Z</dcterms:modified>
</cp:coreProperties>
</file>